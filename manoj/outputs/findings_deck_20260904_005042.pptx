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Quarterly Operations Briefing</a:t>
            </a:r>
          </a:p>
          <a:p>
            <a:pPr algn="ctr">
              <a:defRPr sz="1800">
                <a:solidFill>
                  <a:srgbClr val="00D4AA"/>
                </a:solidFill>
              </a:defRPr>
            </a:pPr>
            <a:r>
              <a:t>Date: September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AA"/>
                </a:solidFill>
              </a:defRPr>
            </a:pPr>
            <a:r>
              <a:t>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 b="1">
                <a:solidFill>
                  <a:srgbClr val="FFFFFF"/>
                </a:solidFill>
              </a:defRPr>
            </a:pPr>
            <a:r>
              <a:t>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FFFFFF"/>
                </a:solidFill>
              </a:defRPr>
            </a:pPr>
            <a:r>
              <a:t>All centrifugal pumps operating within nominal vibration tolerances.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00D4AA"/>
                </a:solidFill>
              </a:defRPr>
            </a:pPr>
            <a:r>
              <a:t>Sovereign AI Workbench — 100% On-Device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